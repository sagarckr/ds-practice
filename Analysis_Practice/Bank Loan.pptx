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74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1775636" y="4571071"/>
            <a:ext cx="7107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Financial Loan Dataset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-112042" y="221144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363849" y="3106267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F8CCF6795B594FAE27C5A0F457700C" ma:contentTypeVersion="7" ma:contentTypeDescription="Create a new document." ma:contentTypeScope="" ma:versionID="8581671e481cad4eca15eda0e1bec1bd">
  <xsd:schema xmlns:xsd="http://www.w3.org/2001/XMLSchema" xmlns:xs="http://www.w3.org/2001/XMLSchema" xmlns:p="http://schemas.microsoft.com/office/2006/metadata/properties" xmlns:ns2="bf42bddf-4a47-4616-9eba-629d86ac6ef7" targetNamespace="http://schemas.microsoft.com/office/2006/metadata/properties" ma:root="true" ma:fieldsID="cd165eca574b0db2d3dbec64c7b78a6f" ns2:_="">
    <xsd:import namespace="bf42bddf-4a47-4616-9eba-629d86ac6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2bddf-4a47-4616-9eba-629d86ac6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42E809-4617-4F61-9431-D0584C10FFEC}"/>
</file>

<file path=customXml/itemProps2.xml><?xml version="1.0" encoding="utf-8"?>
<ds:datastoreItem xmlns:ds="http://schemas.openxmlformats.org/officeDocument/2006/customXml" ds:itemID="{4FDA468D-7832-405D-B7E2-8145D8D2BA7B}"/>
</file>

<file path=customXml/itemProps3.xml><?xml version="1.0" encoding="utf-8"?>
<ds:datastoreItem xmlns:ds="http://schemas.openxmlformats.org/officeDocument/2006/customXml" ds:itemID="{4D8EE613-0708-4D69-AE27-528A810ADB19}"/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642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Rusan Maharjan</cp:lastModifiedBy>
  <cp:revision>13</cp:revision>
  <dcterms:created xsi:type="dcterms:W3CDTF">2023-10-07T01:44:58Z</dcterms:created>
  <dcterms:modified xsi:type="dcterms:W3CDTF">2026-05-17T07:26:42Z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0x01010082F8CCF6795B594FAE27C5A0F457700C</vt:lpwstr>
  </property>
</Properties>
</file>