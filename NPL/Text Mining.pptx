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311" r:id="rId2"/>
    <p:sldId id="310" r:id="rId3"/>
    <p:sldId id="313" r:id="rId4"/>
    <p:sldId id="314" r:id="rId5"/>
    <p:sldId id="322" r:id="rId6"/>
    <p:sldId id="315" r:id="rId7"/>
    <p:sldId id="316" r:id="rId8"/>
    <p:sldId id="317" r:id="rId9"/>
    <p:sldId id="318" r:id="rId10"/>
    <p:sldId id="319" r:id="rId11"/>
    <p:sldId id="320" r:id="rId12"/>
    <p:sldId id="32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5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an Maharjan" userId="48dc6efd9310a6f8" providerId="LiveId" clId="{C029F023-CC2A-4207-B050-539EAB0EBF6C}"/>
    <pc:docChg chg="modSld">
      <pc:chgData name="Rusan Maharjan" userId="48dc6efd9310a6f8" providerId="LiveId" clId="{C029F023-CC2A-4207-B050-539EAB0EBF6C}" dt="2026-05-13T01:15:39.912" v="9" actId="20577"/>
      <pc:docMkLst>
        <pc:docMk/>
      </pc:docMkLst>
      <pc:sldChg chg="modSp mod">
        <pc:chgData name="Rusan Maharjan" userId="48dc6efd9310a6f8" providerId="LiveId" clId="{C029F023-CC2A-4207-B050-539EAB0EBF6C}" dt="2026-05-13T01:14:29.215" v="5" actId="20577"/>
        <pc:sldMkLst>
          <pc:docMk/>
          <pc:sldMk cId="192921421" sldId="318"/>
        </pc:sldMkLst>
        <pc:graphicFrameChg chg="modGraphic">
          <ac:chgData name="Rusan Maharjan" userId="48dc6efd9310a6f8" providerId="LiveId" clId="{C029F023-CC2A-4207-B050-539EAB0EBF6C}" dt="2026-05-13T01:14:29.215" v="5" actId="20577"/>
          <ac:graphicFrameMkLst>
            <pc:docMk/>
            <pc:sldMk cId="192921421" sldId="318"/>
            <ac:graphicFrameMk id="7" creationId="{3D1C4CC6-3775-0F32-E51D-D74C07352914}"/>
          </ac:graphicFrameMkLst>
        </pc:graphicFrameChg>
      </pc:sldChg>
      <pc:sldChg chg="modSp mod">
        <pc:chgData name="Rusan Maharjan" userId="48dc6efd9310a6f8" providerId="LiveId" clId="{C029F023-CC2A-4207-B050-539EAB0EBF6C}" dt="2026-05-13T01:15:39.912" v="9" actId="20577"/>
        <pc:sldMkLst>
          <pc:docMk/>
          <pc:sldMk cId="1603428059" sldId="320"/>
        </pc:sldMkLst>
        <pc:spChg chg="mod">
          <ac:chgData name="Rusan Maharjan" userId="48dc6efd9310a6f8" providerId="LiveId" clId="{C029F023-CC2A-4207-B050-539EAB0EBF6C}" dt="2026-05-13T01:15:39.912" v="9" actId="20577"/>
          <ac:spMkLst>
            <pc:docMk/>
            <pc:sldMk cId="1603428059" sldId="320"/>
            <ac:spMk id="3" creationId="{7A1D0F21-BEC6-B61B-3C32-04C3B79CCE64}"/>
          </ac:spMkLst>
        </pc:spChg>
      </pc:sldChg>
    </pc:docChg>
  </pc:docChgLst>
  <pc:docChgLst>
    <pc:chgData name="Rusan Maharjan" userId="48dc6efd9310a6f8" providerId="LiveId" clId="{B9D3BF50-B20B-484D-9B98-886098D5DC71}"/>
    <pc:docChg chg="modSld">
      <pc:chgData name="Rusan Maharjan" userId="48dc6efd9310a6f8" providerId="LiveId" clId="{B9D3BF50-B20B-484D-9B98-886098D5DC71}" dt="2026-06-28T04:30:50.438" v="0" actId="1076"/>
      <pc:docMkLst>
        <pc:docMk/>
      </pc:docMkLst>
      <pc:sldChg chg="modSp mod">
        <pc:chgData name="Rusan Maharjan" userId="48dc6efd9310a6f8" providerId="LiveId" clId="{B9D3BF50-B20B-484D-9B98-886098D5DC71}" dt="2026-06-28T04:30:50.438" v="0" actId="1076"/>
        <pc:sldMkLst>
          <pc:docMk/>
          <pc:sldMk cId="4100299079" sldId="322"/>
        </pc:sldMkLst>
        <pc:picChg chg="mod">
          <ac:chgData name="Rusan Maharjan" userId="48dc6efd9310a6f8" providerId="LiveId" clId="{B9D3BF50-B20B-484D-9B98-886098D5DC71}" dt="2026-06-28T04:30:50.438" v="0" actId="1076"/>
          <ac:picMkLst>
            <pc:docMk/>
            <pc:sldMk cId="4100299079" sldId="322"/>
            <ac:picMk id="4" creationId="{C2B62A87-EA9D-B868-5177-D3AAE45C169D}"/>
          </ac:picMkLst>
        </pc:picChg>
      </pc:sldChg>
    </pc:docChg>
  </pc:docChgLst>
  <pc:docChgLst>
    <pc:chgData name="Rusan Maharjan" userId="48dc6efd9310a6f8" providerId="LiveId" clId="{EBF54B4E-2B2B-41E7-A671-DA12A857C654}"/>
    <pc:docChg chg="undo redo custSel addSld delSld modSld sldOrd">
      <pc:chgData name="Rusan Maharjan" userId="48dc6efd9310a6f8" providerId="LiveId" clId="{EBF54B4E-2B2B-41E7-A671-DA12A857C654}" dt="2025-12-28T06:35:01.636" v="17730" actId="113"/>
      <pc:docMkLst>
        <pc:docMk/>
      </pc:docMkLst>
      <pc:sldChg chg="add">
        <pc:chgData name="Rusan Maharjan" userId="48dc6efd9310a6f8" providerId="LiveId" clId="{EBF54B4E-2B2B-41E7-A671-DA12A857C654}" dt="2025-12-08T16:19:59.295" v="3000"/>
        <pc:sldMkLst>
          <pc:docMk/>
          <pc:sldMk cId="3164673525" sldId="266"/>
        </pc:sldMkLst>
      </pc:sldChg>
      <pc:sldChg chg="addSp modSp mod">
        <pc:chgData name="Rusan Maharjan" userId="48dc6efd9310a6f8" providerId="LiveId" clId="{EBF54B4E-2B2B-41E7-A671-DA12A857C654}" dt="2025-12-27T08:57:32.447" v="14637" actId="14100"/>
        <pc:sldMkLst>
          <pc:docMk/>
          <pc:sldMk cId="18025388" sldId="278"/>
        </pc:sldMkLst>
        <pc:spChg chg="mod">
          <ac:chgData name="Rusan Maharjan" userId="48dc6efd9310a6f8" providerId="LiveId" clId="{EBF54B4E-2B2B-41E7-A671-DA12A857C654}" dt="2025-12-27T08:56:42.300" v="14521" actId="1076"/>
          <ac:spMkLst>
            <pc:docMk/>
            <pc:sldMk cId="18025388" sldId="278"/>
            <ac:spMk id="24" creationId="{B77260C6-50FE-6806-F84E-4A48BBD2C683}"/>
          </ac:spMkLst>
        </pc:spChg>
        <pc:spChg chg="mod">
          <ac:chgData name="Rusan Maharjan" userId="48dc6efd9310a6f8" providerId="LiveId" clId="{EBF54B4E-2B2B-41E7-A671-DA12A857C654}" dt="2025-12-27T08:57:32.447" v="14637" actId="14100"/>
          <ac:spMkLst>
            <pc:docMk/>
            <pc:sldMk cId="18025388" sldId="278"/>
            <ac:spMk id="25" creationId="{F23CEDA3-38C2-3FC1-DEF2-63147BE5A315}"/>
          </ac:spMkLst>
        </pc:spChg>
        <pc:cxnChg chg="add mod">
          <ac:chgData name="Rusan Maharjan" userId="48dc6efd9310a6f8" providerId="LiveId" clId="{EBF54B4E-2B2B-41E7-A671-DA12A857C654}" dt="2025-12-08T16:19:26.815" v="2997"/>
          <ac:cxnSpMkLst>
            <pc:docMk/>
            <pc:sldMk cId="18025388" sldId="278"/>
            <ac:cxnSpMk id="2" creationId="{0AA63065-51E4-DF3D-8573-B414515AF687}"/>
          </ac:cxnSpMkLst>
        </pc:cxnChg>
      </pc:sldChg>
      <pc:sldChg chg="addSp delSp modSp mod">
        <pc:chgData name="Rusan Maharjan" userId="48dc6efd9310a6f8" providerId="LiveId" clId="{EBF54B4E-2B2B-41E7-A671-DA12A857C654}" dt="2025-12-27T08:59:37.157" v="14985" actId="113"/>
        <pc:sldMkLst>
          <pc:docMk/>
          <pc:sldMk cId="1349156220" sldId="310"/>
        </pc:sldMkLst>
        <pc:spChg chg="mod">
          <ac:chgData name="Rusan Maharjan" userId="48dc6efd9310a6f8" providerId="LiveId" clId="{EBF54B4E-2B2B-41E7-A671-DA12A857C654}" dt="2025-12-27T08:58:05.980" v="14694" actId="14100"/>
          <ac:spMkLst>
            <pc:docMk/>
            <pc:sldMk cId="1349156220" sldId="310"/>
            <ac:spMk id="2" creationId="{D27A8C31-ECFB-B07D-9BE4-674D6EEB4CF9}"/>
          </ac:spMkLst>
        </pc:spChg>
        <pc:spChg chg="add mod">
          <ac:chgData name="Rusan Maharjan" userId="48dc6efd9310a6f8" providerId="LiveId" clId="{EBF54B4E-2B2B-41E7-A671-DA12A857C654}" dt="2025-12-27T08:59:37.157" v="14985" actId="113"/>
          <ac:spMkLst>
            <pc:docMk/>
            <pc:sldMk cId="1349156220" sldId="310"/>
            <ac:spMk id="5" creationId="{8C8BBB57-ADA3-C4DD-1EB1-269341D342F0}"/>
          </ac:spMkLst>
        </pc:spChg>
      </pc:sldChg>
      <pc:sldChg chg="modSp mod">
        <pc:chgData name="Rusan Maharjan" userId="48dc6efd9310a6f8" providerId="LiveId" clId="{EBF54B4E-2B2B-41E7-A671-DA12A857C654}" dt="2025-12-27T08:57:47.437" v="14684" actId="1076"/>
        <pc:sldMkLst>
          <pc:docMk/>
          <pc:sldMk cId="3938779188" sldId="311"/>
        </pc:sldMkLst>
        <pc:spChg chg="mod">
          <ac:chgData name="Rusan Maharjan" userId="48dc6efd9310a6f8" providerId="LiveId" clId="{EBF54B4E-2B2B-41E7-A671-DA12A857C654}" dt="2025-12-27T08:57:47.437" v="14684" actId="1076"/>
          <ac:spMkLst>
            <pc:docMk/>
            <pc:sldMk cId="3938779188" sldId="311"/>
            <ac:spMk id="2" creationId="{1FD8483A-A464-CD70-D96D-7BF7A7009D29}"/>
          </ac:spMkLst>
        </pc:spChg>
      </pc:sldChg>
      <pc:sldChg chg="addSp delSp modSp add mod">
        <pc:chgData name="Rusan Maharjan" userId="48dc6efd9310a6f8" providerId="LiveId" clId="{EBF54B4E-2B2B-41E7-A671-DA12A857C654}" dt="2025-12-27T15:48:33.375" v="17441" actId="21"/>
        <pc:sldMkLst>
          <pc:docMk/>
          <pc:sldMk cId="1542407000" sldId="313"/>
        </pc:sldMkLst>
        <pc:spChg chg="mod">
          <ac:chgData name="Rusan Maharjan" userId="48dc6efd9310a6f8" providerId="LiveId" clId="{EBF54B4E-2B2B-41E7-A671-DA12A857C654}" dt="2025-12-27T09:00:10.453" v="15035" actId="33524"/>
          <ac:spMkLst>
            <pc:docMk/>
            <pc:sldMk cId="1542407000" sldId="313"/>
            <ac:spMk id="2" creationId="{772BA5DD-C2CA-5461-D8B9-B1658A5432F4}"/>
          </ac:spMkLst>
        </pc:spChg>
        <pc:spChg chg="mod">
          <ac:chgData name="Rusan Maharjan" userId="48dc6efd9310a6f8" providerId="LiveId" clId="{EBF54B4E-2B2B-41E7-A671-DA12A857C654}" dt="2025-12-27T15:48:09.439" v="17419" actId="14100"/>
          <ac:spMkLst>
            <pc:docMk/>
            <pc:sldMk cId="1542407000" sldId="313"/>
            <ac:spMk id="3" creationId="{6E9FAAC2-3AA5-4D81-E4A2-14E2CCA284E6}"/>
          </ac:spMkLst>
        </pc:spChg>
        <pc:spChg chg="add del mod">
          <ac:chgData name="Rusan Maharjan" userId="48dc6efd9310a6f8" providerId="LiveId" clId="{EBF54B4E-2B2B-41E7-A671-DA12A857C654}" dt="2025-12-27T15:48:33.375" v="17441" actId="21"/>
          <ac:spMkLst>
            <pc:docMk/>
            <pc:sldMk cId="1542407000" sldId="313"/>
            <ac:spMk id="5" creationId="{CA5CB2B3-4817-0B43-24AB-0E855C79E5F2}"/>
          </ac:spMkLst>
        </pc:spChg>
      </pc:sldChg>
      <pc:sldChg chg="addSp delSp modSp add mod">
        <pc:chgData name="Rusan Maharjan" userId="48dc6efd9310a6f8" providerId="LiveId" clId="{EBF54B4E-2B2B-41E7-A671-DA12A857C654}" dt="2025-12-27T15:53:25.509" v="17580" actId="21"/>
        <pc:sldMkLst>
          <pc:docMk/>
          <pc:sldMk cId="1318462271" sldId="314"/>
        </pc:sldMkLst>
        <pc:spChg chg="mod">
          <ac:chgData name="Rusan Maharjan" userId="48dc6efd9310a6f8" providerId="LiveId" clId="{EBF54B4E-2B2B-41E7-A671-DA12A857C654}" dt="2025-12-27T09:01:32.318" v="15288" actId="14100"/>
          <ac:spMkLst>
            <pc:docMk/>
            <pc:sldMk cId="1318462271" sldId="314"/>
            <ac:spMk id="2" creationId="{9B3EC2C5-3254-3228-128E-3B235FEECF43}"/>
          </ac:spMkLst>
        </pc:spChg>
        <pc:spChg chg="mod">
          <ac:chgData name="Rusan Maharjan" userId="48dc6efd9310a6f8" providerId="LiveId" clId="{EBF54B4E-2B2B-41E7-A671-DA12A857C654}" dt="2025-12-27T15:50:08.022" v="17577" actId="20577"/>
          <ac:spMkLst>
            <pc:docMk/>
            <pc:sldMk cId="1318462271" sldId="314"/>
            <ac:spMk id="3" creationId="{7910B712-C71E-5156-E1E4-5D730BF814F8}"/>
          </ac:spMkLst>
        </pc:spChg>
        <pc:spChg chg="add del mod">
          <ac:chgData name="Rusan Maharjan" userId="48dc6efd9310a6f8" providerId="LiveId" clId="{EBF54B4E-2B2B-41E7-A671-DA12A857C654}" dt="2025-12-27T15:53:25.509" v="17580" actId="21"/>
          <ac:spMkLst>
            <pc:docMk/>
            <pc:sldMk cId="1318462271" sldId="314"/>
            <ac:spMk id="5" creationId="{CA5CB2B3-4817-0B43-24AB-0E855C79E5F2}"/>
          </ac:spMkLst>
        </pc:spChg>
      </pc:sldChg>
      <pc:sldChg chg="modSp add mod">
        <pc:chgData name="Rusan Maharjan" userId="48dc6efd9310a6f8" providerId="LiveId" clId="{EBF54B4E-2B2B-41E7-A671-DA12A857C654}" dt="2025-12-27T09:04:46.988" v="15747" actId="14100"/>
        <pc:sldMkLst>
          <pc:docMk/>
          <pc:sldMk cId="3607093085" sldId="315"/>
        </pc:sldMkLst>
        <pc:spChg chg="mod">
          <ac:chgData name="Rusan Maharjan" userId="48dc6efd9310a6f8" providerId="LiveId" clId="{EBF54B4E-2B2B-41E7-A671-DA12A857C654}" dt="2025-12-27T09:03:18.133" v="15577" actId="14100"/>
          <ac:spMkLst>
            <pc:docMk/>
            <pc:sldMk cId="3607093085" sldId="315"/>
            <ac:spMk id="2" creationId="{034422D1-CC95-4140-B167-A559CB566D61}"/>
          </ac:spMkLst>
        </pc:spChg>
        <pc:spChg chg="mod">
          <ac:chgData name="Rusan Maharjan" userId="48dc6efd9310a6f8" providerId="LiveId" clId="{EBF54B4E-2B2B-41E7-A671-DA12A857C654}" dt="2025-12-27T09:04:46.988" v="15747" actId="14100"/>
          <ac:spMkLst>
            <pc:docMk/>
            <pc:sldMk cId="3607093085" sldId="315"/>
            <ac:spMk id="3" creationId="{6E08DC56-8873-F92D-57B9-750DC9987FEE}"/>
          </ac:spMkLst>
        </pc:spChg>
      </pc:sldChg>
      <pc:sldChg chg="modSp add mod">
        <pc:chgData name="Rusan Maharjan" userId="48dc6efd9310a6f8" providerId="LiveId" clId="{EBF54B4E-2B2B-41E7-A671-DA12A857C654}" dt="2025-12-27T09:11:24.963" v="15867" actId="14100"/>
        <pc:sldMkLst>
          <pc:docMk/>
          <pc:sldMk cId="1967908711" sldId="316"/>
        </pc:sldMkLst>
        <pc:spChg chg="mod">
          <ac:chgData name="Rusan Maharjan" userId="48dc6efd9310a6f8" providerId="LiveId" clId="{EBF54B4E-2B2B-41E7-A671-DA12A857C654}" dt="2025-12-27T09:10:49.637" v="15755" actId="20577"/>
          <ac:spMkLst>
            <pc:docMk/>
            <pc:sldMk cId="1967908711" sldId="316"/>
            <ac:spMk id="2" creationId="{27BBC61C-2D42-536E-77E8-8AC5146CA642}"/>
          </ac:spMkLst>
        </pc:spChg>
        <pc:spChg chg="mod">
          <ac:chgData name="Rusan Maharjan" userId="48dc6efd9310a6f8" providerId="LiveId" clId="{EBF54B4E-2B2B-41E7-A671-DA12A857C654}" dt="2025-12-27T09:11:24.963" v="15867" actId="14100"/>
          <ac:spMkLst>
            <pc:docMk/>
            <pc:sldMk cId="1967908711" sldId="316"/>
            <ac:spMk id="3" creationId="{4A8694B8-E4FD-2B3A-3B1B-31AF614933B8}"/>
          </ac:spMkLst>
        </pc:spChg>
      </pc:sldChg>
      <pc:sldChg chg="addSp modSp add mod">
        <pc:chgData name="Rusan Maharjan" userId="48dc6efd9310a6f8" providerId="LiveId" clId="{EBF54B4E-2B2B-41E7-A671-DA12A857C654}" dt="2025-12-27T16:49:16.087" v="17729" actId="113"/>
        <pc:sldMkLst>
          <pc:docMk/>
          <pc:sldMk cId="3924771003" sldId="317"/>
        </pc:sldMkLst>
        <pc:spChg chg="mod">
          <ac:chgData name="Rusan Maharjan" userId="48dc6efd9310a6f8" providerId="LiveId" clId="{EBF54B4E-2B2B-41E7-A671-DA12A857C654}" dt="2025-12-27T09:12:16.906" v="15932" actId="14100"/>
          <ac:spMkLst>
            <pc:docMk/>
            <pc:sldMk cId="3924771003" sldId="317"/>
            <ac:spMk id="2" creationId="{C51F182B-C7E6-0271-55BA-48127B6A1FDA}"/>
          </ac:spMkLst>
        </pc:spChg>
        <pc:spChg chg="mod">
          <ac:chgData name="Rusan Maharjan" userId="48dc6efd9310a6f8" providerId="LiveId" clId="{EBF54B4E-2B2B-41E7-A671-DA12A857C654}" dt="2025-12-27T16:48:52.695" v="17728" actId="14100"/>
          <ac:spMkLst>
            <pc:docMk/>
            <pc:sldMk cId="3924771003" sldId="317"/>
            <ac:spMk id="3" creationId="{19D07F2C-F4C0-56E1-B262-00F9C6C2E364}"/>
          </ac:spMkLst>
        </pc:spChg>
        <pc:spChg chg="add mod">
          <ac:chgData name="Rusan Maharjan" userId="48dc6efd9310a6f8" providerId="LiveId" clId="{EBF54B4E-2B2B-41E7-A671-DA12A857C654}" dt="2025-12-27T16:49:16.087" v="17729" actId="113"/>
          <ac:spMkLst>
            <pc:docMk/>
            <pc:sldMk cId="3924771003" sldId="317"/>
            <ac:spMk id="5" creationId="{B170F79C-993F-7554-8651-931D7FB6931B}"/>
          </ac:spMkLst>
        </pc:spChg>
      </pc:sldChg>
      <pc:sldChg chg="addSp delSp modSp add mod">
        <pc:chgData name="Rusan Maharjan" userId="48dc6efd9310a6f8" providerId="LiveId" clId="{EBF54B4E-2B2B-41E7-A671-DA12A857C654}" dt="2025-12-27T09:17:00.651" v="16466" actId="1076"/>
        <pc:sldMkLst>
          <pc:docMk/>
          <pc:sldMk cId="192921421" sldId="318"/>
        </pc:sldMkLst>
        <pc:spChg chg="mod">
          <ac:chgData name="Rusan Maharjan" userId="48dc6efd9310a6f8" providerId="LiveId" clId="{EBF54B4E-2B2B-41E7-A671-DA12A857C654}" dt="2025-12-27T09:15:20.650" v="16323" actId="14100"/>
          <ac:spMkLst>
            <pc:docMk/>
            <pc:sldMk cId="192921421" sldId="318"/>
            <ac:spMk id="2" creationId="{94566561-C7D8-7833-7F95-9A774E6C94BD}"/>
          </ac:spMkLst>
        </pc:spChg>
        <pc:spChg chg="add del mod">
          <ac:chgData name="Rusan Maharjan" userId="48dc6efd9310a6f8" providerId="LiveId" clId="{EBF54B4E-2B2B-41E7-A671-DA12A857C654}" dt="2025-12-27T09:15:47.504" v="16334" actId="3680"/>
          <ac:spMkLst>
            <pc:docMk/>
            <pc:sldMk cId="192921421" sldId="318"/>
            <ac:spMk id="3" creationId="{A10B8612-DF27-15F3-2C75-C5BE59206A5E}"/>
          </ac:spMkLst>
        </pc:spChg>
        <pc:spChg chg="del">
          <ac:chgData name="Rusan Maharjan" userId="48dc6efd9310a6f8" providerId="LiveId" clId="{EBF54B4E-2B2B-41E7-A671-DA12A857C654}" dt="2025-12-27T09:15:07.673" v="16300" actId="478"/>
          <ac:spMkLst>
            <pc:docMk/>
            <pc:sldMk cId="192921421" sldId="318"/>
            <ac:spMk id="5" creationId="{05F3DEE4-4874-ACAB-EB10-6A9DBA08AAB9}"/>
          </ac:spMkLst>
        </pc:spChg>
        <pc:spChg chg="add mod">
          <ac:chgData name="Rusan Maharjan" userId="48dc6efd9310a6f8" providerId="LiveId" clId="{EBF54B4E-2B2B-41E7-A671-DA12A857C654}" dt="2025-12-27T09:17:00.651" v="16466" actId="1076"/>
          <ac:spMkLst>
            <pc:docMk/>
            <pc:sldMk cId="192921421" sldId="318"/>
            <ac:spMk id="8" creationId="{7473688A-E104-EA78-5E1A-29CFE71A2D53}"/>
          </ac:spMkLst>
        </pc:spChg>
        <pc:graphicFrameChg chg="add del mod ord modGraphic">
          <ac:chgData name="Rusan Maharjan" userId="48dc6efd9310a6f8" providerId="LiveId" clId="{EBF54B4E-2B2B-41E7-A671-DA12A857C654}" dt="2025-12-27T09:15:37.766" v="16333" actId="3680"/>
          <ac:graphicFrameMkLst>
            <pc:docMk/>
            <pc:sldMk cId="192921421" sldId="318"/>
            <ac:graphicFrameMk id="6" creationId="{0BB39853-F8D4-CB55-8FAE-FB8E483BD366}"/>
          </ac:graphicFrameMkLst>
        </pc:graphicFrameChg>
        <pc:graphicFrameChg chg="add mod ord modGraphic">
          <ac:chgData name="Rusan Maharjan" userId="48dc6efd9310a6f8" providerId="LiveId" clId="{EBF54B4E-2B2B-41E7-A671-DA12A857C654}" dt="2025-12-27T09:16:27.611" v="16412" actId="1076"/>
          <ac:graphicFrameMkLst>
            <pc:docMk/>
            <pc:sldMk cId="192921421" sldId="318"/>
            <ac:graphicFrameMk id="7" creationId="{3D1C4CC6-3775-0F32-E51D-D74C07352914}"/>
          </ac:graphicFrameMkLst>
        </pc:graphicFrameChg>
      </pc:sldChg>
      <pc:sldChg chg="delSp modSp add mod ord">
        <pc:chgData name="Rusan Maharjan" userId="48dc6efd9310a6f8" providerId="LiveId" clId="{EBF54B4E-2B2B-41E7-A671-DA12A857C654}" dt="2025-12-28T06:35:01.636" v="17730" actId="113"/>
        <pc:sldMkLst>
          <pc:docMk/>
          <pc:sldMk cId="4057338163" sldId="319"/>
        </pc:sldMkLst>
        <pc:spChg chg="mod">
          <ac:chgData name="Rusan Maharjan" userId="48dc6efd9310a6f8" providerId="LiveId" clId="{EBF54B4E-2B2B-41E7-A671-DA12A857C654}" dt="2025-12-27T09:25:10.553" v="16494" actId="14100"/>
          <ac:spMkLst>
            <pc:docMk/>
            <pc:sldMk cId="4057338163" sldId="319"/>
            <ac:spMk id="2" creationId="{854101C0-2E52-1153-DD43-212E93F84ED0}"/>
          </ac:spMkLst>
        </pc:spChg>
        <pc:spChg chg="mod">
          <ac:chgData name="Rusan Maharjan" userId="48dc6efd9310a6f8" providerId="LiveId" clId="{EBF54B4E-2B2B-41E7-A671-DA12A857C654}" dt="2025-12-28T06:35:01.636" v="17730" actId="113"/>
          <ac:spMkLst>
            <pc:docMk/>
            <pc:sldMk cId="4057338163" sldId="319"/>
            <ac:spMk id="3" creationId="{0B1560E7-6309-9F98-72EB-94C70BEF5537}"/>
          </ac:spMkLst>
        </pc:spChg>
        <pc:spChg chg="del">
          <ac:chgData name="Rusan Maharjan" userId="48dc6efd9310a6f8" providerId="LiveId" clId="{EBF54B4E-2B2B-41E7-A671-DA12A857C654}" dt="2025-12-27T09:24:41.362" v="16470" actId="478"/>
          <ac:spMkLst>
            <pc:docMk/>
            <pc:sldMk cId="4057338163" sldId="319"/>
            <ac:spMk id="5" creationId="{FB16C7A3-647F-0101-2FE5-B0D83EDBA57A}"/>
          </ac:spMkLst>
        </pc:spChg>
      </pc:sldChg>
      <pc:sldChg chg="addSp modSp add mod modAnim">
        <pc:chgData name="Rusan Maharjan" userId="48dc6efd9310a6f8" providerId="LiveId" clId="{EBF54B4E-2B2B-41E7-A671-DA12A857C654}" dt="2025-12-27T09:30:37.351" v="17150"/>
        <pc:sldMkLst>
          <pc:docMk/>
          <pc:sldMk cId="1603428059" sldId="320"/>
        </pc:sldMkLst>
        <pc:spChg chg="mod">
          <ac:chgData name="Rusan Maharjan" userId="48dc6efd9310a6f8" providerId="LiveId" clId="{EBF54B4E-2B2B-41E7-A671-DA12A857C654}" dt="2025-12-27T09:30:22.210" v="17149" actId="14100"/>
          <ac:spMkLst>
            <pc:docMk/>
            <pc:sldMk cId="1603428059" sldId="320"/>
            <ac:spMk id="2" creationId="{1268D662-7906-2A12-6F28-239E842823B1}"/>
          </ac:spMkLst>
        </pc:spChg>
        <pc:spChg chg="mod">
          <ac:chgData name="Rusan Maharjan" userId="48dc6efd9310a6f8" providerId="LiveId" clId="{EBF54B4E-2B2B-41E7-A671-DA12A857C654}" dt="2025-12-27T09:28:58.418" v="16964" actId="14100"/>
          <ac:spMkLst>
            <pc:docMk/>
            <pc:sldMk cId="1603428059" sldId="320"/>
            <ac:spMk id="3" creationId="{7A1D0F21-BEC6-B61B-3C32-04C3B79CCE64}"/>
          </ac:spMkLst>
        </pc:spChg>
        <pc:spChg chg="add mod">
          <ac:chgData name="Rusan Maharjan" userId="48dc6efd9310a6f8" providerId="LiveId" clId="{EBF54B4E-2B2B-41E7-A671-DA12A857C654}" dt="2025-12-27T09:30:13.696" v="17129" actId="14100"/>
          <ac:spMkLst>
            <pc:docMk/>
            <pc:sldMk cId="1603428059" sldId="320"/>
            <ac:spMk id="5" creationId="{C46ED183-C0C9-49E0-6B96-A1C0C723A0BC}"/>
          </ac:spMkLst>
        </pc:spChg>
      </pc:sldChg>
      <pc:sldChg chg="addSp modSp add mod ord modAnim">
        <pc:chgData name="Rusan Maharjan" userId="48dc6efd9310a6f8" providerId="LiveId" clId="{EBF54B4E-2B2B-41E7-A671-DA12A857C654}" dt="2025-12-27T09:35:59.250" v="17415"/>
        <pc:sldMkLst>
          <pc:docMk/>
          <pc:sldMk cId="701288739" sldId="321"/>
        </pc:sldMkLst>
        <pc:spChg chg="mod">
          <ac:chgData name="Rusan Maharjan" userId="48dc6efd9310a6f8" providerId="LiveId" clId="{EBF54B4E-2B2B-41E7-A671-DA12A857C654}" dt="2025-12-27T09:31:12.863" v="17184" actId="20577"/>
          <ac:spMkLst>
            <pc:docMk/>
            <pc:sldMk cId="701288739" sldId="321"/>
            <ac:spMk id="2" creationId="{91FDA877-ADD0-5C33-D89F-614CE2C14F02}"/>
          </ac:spMkLst>
        </pc:spChg>
        <pc:spChg chg="mod">
          <ac:chgData name="Rusan Maharjan" userId="48dc6efd9310a6f8" providerId="LiveId" clId="{EBF54B4E-2B2B-41E7-A671-DA12A857C654}" dt="2025-12-27T09:34:20.887" v="17309" actId="14100"/>
          <ac:spMkLst>
            <pc:docMk/>
            <pc:sldMk cId="701288739" sldId="321"/>
            <ac:spMk id="3" creationId="{CB6F6C71-CDF3-C309-0EB8-4D06657A3F7A}"/>
          </ac:spMkLst>
        </pc:spChg>
        <pc:spChg chg="add mod">
          <ac:chgData name="Rusan Maharjan" userId="48dc6efd9310a6f8" providerId="LiveId" clId="{EBF54B4E-2B2B-41E7-A671-DA12A857C654}" dt="2025-12-27T09:35:51.991" v="17414" actId="1076"/>
          <ac:spMkLst>
            <pc:docMk/>
            <pc:sldMk cId="701288739" sldId="321"/>
            <ac:spMk id="5" creationId="{08B61EE7-7DFE-3919-3D4C-DEE8B1993869}"/>
          </ac:spMkLst>
        </pc:spChg>
      </pc:sldChg>
      <pc:sldChg chg="delSp add del mod delAnim">
        <pc:chgData name="Rusan Maharjan" userId="48dc6efd9310a6f8" providerId="LiveId" clId="{EBF54B4E-2B2B-41E7-A671-DA12A857C654}" dt="2025-12-27T09:36:56.193" v="17418" actId="2696"/>
        <pc:sldMkLst>
          <pc:docMk/>
          <pc:sldMk cId="2225955362" sldId="322"/>
        </pc:sldMkLst>
        <pc:spChg chg="del">
          <ac:chgData name="Rusan Maharjan" userId="48dc6efd9310a6f8" providerId="LiveId" clId="{EBF54B4E-2B2B-41E7-A671-DA12A857C654}" dt="2025-12-27T09:36:46.193" v="17417" actId="478"/>
          <ac:spMkLst>
            <pc:docMk/>
            <pc:sldMk cId="2225955362" sldId="322"/>
            <ac:spMk id="5" creationId="{F44FAF25-BCCF-2E8A-440D-0A2A1609613F}"/>
          </ac:spMkLst>
        </pc:spChg>
      </pc:sldChg>
      <pc:sldChg chg="addSp delSp modSp add mod">
        <pc:chgData name="Rusan Maharjan" userId="48dc6efd9310a6f8" providerId="LiveId" clId="{EBF54B4E-2B2B-41E7-A671-DA12A857C654}" dt="2025-12-27T16:38:24.801" v="17727" actId="20577"/>
        <pc:sldMkLst>
          <pc:docMk/>
          <pc:sldMk cId="4100299079" sldId="322"/>
        </pc:sldMkLst>
        <pc:spChg chg="mod">
          <ac:chgData name="Rusan Maharjan" userId="48dc6efd9310a6f8" providerId="LiveId" clId="{EBF54B4E-2B2B-41E7-A671-DA12A857C654}" dt="2025-12-27T15:53:52.473" v="17615" actId="14100"/>
          <ac:spMkLst>
            <pc:docMk/>
            <pc:sldMk cId="4100299079" sldId="322"/>
            <ac:spMk id="2" creationId="{29D0DE6D-E6B7-95EB-2D81-AAC5BBBCF111}"/>
          </ac:spMkLst>
        </pc:spChg>
        <pc:spChg chg="del mod">
          <ac:chgData name="Rusan Maharjan" userId="48dc6efd9310a6f8" providerId="LiveId" clId="{EBF54B4E-2B2B-41E7-A671-DA12A857C654}" dt="2025-12-27T15:53:32.453" v="17583" actId="478"/>
          <ac:spMkLst>
            <pc:docMk/>
            <pc:sldMk cId="4100299079" sldId="322"/>
            <ac:spMk id="3" creationId="{53B06B44-8639-0078-FE79-098617625C6D}"/>
          </ac:spMkLst>
        </pc:spChg>
        <pc:spChg chg="del">
          <ac:chgData name="Rusan Maharjan" userId="48dc6efd9310a6f8" providerId="LiveId" clId="{EBF54B4E-2B2B-41E7-A671-DA12A857C654}" dt="2025-12-27T15:53:19.958" v="17579" actId="21"/>
          <ac:spMkLst>
            <pc:docMk/>
            <pc:sldMk cId="4100299079" sldId="322"/>
            <ac:spMk id="5" creationId="{25F26CB0-929B-195B-BDA8-3ED570393785}"/>
          </ac:spMkLst>
        </pc:spChg>
        <pc:spChg chg="add mod">
          <ac:chgData name="Rusan Maharjan" userId="48dc6efd9310a6f8" providerId="LiveId" clId="{EBF54B4E-2B2B-41E7-A671-DA12A857C654}" dt="2025-12-27T16:38:24.801" v="17727" actId="20577"/>
          <ac:spMkLst>
            <pc:docMk/>
            <pc:sldMk cId="4100299079" sldId="322"/>
            <ac:spMk id="6" creationId="{CA5CB2B3-4817-0B43-24AB-0E855C79E5F2}"/>
          </ac:spMkLst>
        </pc:spChg>
        <pc:spChg chg="add del mod">
          <ac:chgData name="Rusan Maharjan" userId="48dc6efd9310a6f8" providerId="LiveId" clId="{EBF54B4E-2B2B-41E7-A671-DA12A857C654}" dt="2025-12-27T15:53:34.858" v="17584" actId="478"/>
          <ac:spMkLst>
            <pc:docMk/>
            <pc:sldMk cId="4100299079" sldId="322"/>
            <ac:spMk id="8" creationId="{3812E9A7-28AD-64A9-03DE-D23F0B15221A}"/>
          </ac:spMkLst>
        </pc:spChg>
      </pc:sldChg>
    </pc:docChg>
  </pc:docChgLst>
  <pc:docChgLst>
    <pc:chgData name="Rusan Maharjan" userId="48dc6efd9310a6f8" providerId="LiveId" clId="{143F3362-0CD1-45CF-8AE4-F387C82F4135}"/>
    <pc:docChg chg="undo custSel addSld delSld modSld">
      <pc:chgData name="Rusan Maharjan" userId="48dc6efd9310a6f8" providerId="LiveId" clId="{143F3362-0CD1-45CF-8AE4-F387C82F4135}" dt="2026-06-28T05:04:01.484" v="26" actId="47"/>
      <pc:docMkLst>
        <pc:docMk/>
      </pc:docMkLst>
      <pc:sldChg chg="del">
        <pc:chgData name="Rusan Maharjan" userId="48dc6efd9310a6f8" providerId="LiveId" clId="{143F3362-0CD1-45CF-8AE4-F387C82F4135}" dt="2026-06-28T05:04:01.484" v="26" actId="47"/>
        <pc:sldMkLst>
          <pc:docMk/>
          <pc:sldMk cId="3164673525" sldId="266"/>
        </pc:sldMkLst>
      </pc:sldChg>
      <pc:sldChg chg="del">
        <pc:chgData name="Rusan Maharjan" userId="48dc6efd9310a6f8" providerId="LiveId" clId="{143F3362-0CD1-45CF-8AE4-F387C82F4135}" dt="2026-06-28T05:03:24.143" v="0" actId="47"/>
        <pc:sldMkLst>
          <pc:docMk/>
          <pc:sldMk cId="0" sldId="275"/>
        </pc:sldMkLst>
      </pc:sldChg>
      <pc:sldChg chg="del">
        <pc:chgData name="Rusan Maharjan" userId="48dc6efd9310a6f8" providerId="LiveId" clId="{143F3362-0CD1-45CF-8AE4-F387C82F4135}" dt="2026-06-28T05:03:26.064" v="1" actId="47"/>
        <pc:sldMkLst>
          <pc:docMk/>
          <pc:sldMk cId="18025388" sldId="278"/>
        </pc:sldMkLst>
      </pc:sldChg>
      <pc:sldChg chg="delSp modSp add del mod">
        <pc:chgData name="Rusan Maharjan" userId="48dc6efd9310a6f8" providerId="LiveId" clId="{143F3362-0CD1-45CF-8AE4-F387C82F4135}" dt="2026-06-28T05:03:34.510" v="5" actId="478"/>
        <pc:sldMkLst>
          <pc:docMk/>
          <pc:sldMk cId="1349156220" sldId="310"/>
        </pc:sldMkLst>
        <pc:picChg chg="del mod">
          <ac:chgData name="Rusan Maharjan" userId="48dc6efd9310a6f8" providerId="LiveId" clId="{143F3362-0CD1-45CF-8AE4-F387C82F4135}" dt="2026-06-28T05:03:34.510" v="5" actId="478"/>
          <ac:picMkLst>
            <pc:docMk/>
            <pc:sldMk cId="1349156220" sldId="310"/>
            <ac:picMk id="4" creationId="{0DDE19ED-DE73-8516-9C97-EE5B17C143A7}"/>
          </ac:picMkLst>
        </pc:picChg>
      </pc:sldChg>
      <pc:sldChg chg="delSp modSp mod">
        <pc:chgData name="Rusan Maharjan" userId="48dc6efd9310a6f8" providerId="LiveId" clId="{143F3362-0CD1-45CF-8AE4-F387C82F4135}" dt="2026-06-28T05:03:36.908" v="7" actId="478"/>
        <pc:sldMkLst>
          <pc:docMk/>
          <pc:sldMk cId="1542407000" sldId="313"/>
        </pc:sldMkLst>
        <pc:picChg chg="del mod">
          <ac:chgData name="Rusan Maharjan" userId="48dc6efd9310a6f8" providerId="LiveId" clId="{143F3362-0CD1-45CF-8AE4-F387C82F4135}" dt="2026-06-28T05:03:36.908" v="7" actId="478"/>
          <ac:picMkLst>
            <pc:docMk/>
            <pc:sldMk cId="1542407000" sldId="313"/>
            <ac:picMk id="4" creationId="{BE34180C-6278-E052-848C-FA3FAD86F029}"/>
          </ac:picMkLst>
        </pc:picChg>
      </pc:sldChg>
      <pc:sldChg chg="delSp modSp mod">
        <pc:chgData name="Rusan Maharjan" userId="48dc6efd9310a6f8" providerId="LiveId" clId="{143F3362-0CD1-45CF-8AE4-F387C82F4135}" dt="2026-06-28T05:03:39.109" v="9" actId="478"/>
        <pc:sldMkLst>
          <pc:docMk/>
          <pc:sldMk cId="1318462271" sldId="314"/>
        </pc:sldMkLst>
        <pc:picChg chg="del mod">
          <ac:chgData name="Rusan Maharjan" userId="48dc6efd9310a6f8" providerId="LiveId" clId="{143F3362-0CD1-45CF-8AE4-F387C82F4135}" dt="2026-06-28T05:03:39.109" v="9" actId="478"/>
          <ac:picMkLst>
            <pc:docMk/>
            <pc:sldMk cId="1318462271" sldId="314"/>
            <ac:picMk id="4" creationId="{06DD7407-6F98-D80C-32D7-6DA46CF865E2}"/>
          </ac:picMkLst>
        </pc:picChg>
      </pc:sldChg>
      <pc:sldChg chg="delSp modSp mod">
        <pc:chgData name="Rusan Maharjan" userId="48dc6efd9310a6f8" providerId="LiveId" clId="{143F3362-0CD1-45CF-8AE4-F387C82F4135}" dt="2026-06-28T05:03:43.597" v="13" actId="478"/>
        <pc:sldMkLst>
          <pc:docMk/>
          <pc:sldMk cId="3607093085" sldId="315"/>
        </pc:sldMkLst>
        <pc:picChg chg="del mod">
          <ac:chgData name="Rusan Maharjan" userId="48dc6efd9310a6f8" providerId="LiveId" clId="{143F3362-0CD1-45CF-8AE4-F387C82F4135}" dt="2026-06-28T05:03:43.597" v="13" actId="478"/>
          <ac:picMkLst>
            <pc:docMk/>
            <pc:sldMk cId="3607093085" sldId="315"/>
            <ac:picMk id="4" creationId="{4732F434-43FC-234E-8C9B-5B4B5F5E94A1}"/>
          </ac:picMkLst>
        </pc:picChg>
      </pc:sldChg>
      <pc:sldChg chg="delSp modSp mod">
        <pc:chgData name="Rusan Maharjan" userId="48dc6efd9310a6f8" providerId="LiveId" clId="{143F3362-0CD1-45CF-8AE4-F387C82F4135}" dt="2026-06-28T05:03:48.085" v="15" actId="478"/>
        <pc:sldMkLst>
          <pc:docMk/>
          <pc:sldMk cId="1967908711" sldId="316"/>
        </pc:sldMkLst>
        <pc:picChg chg="del mod">
          <ac:chgData name="Rusan Maharjan" userId="48dc6efd9310a6f8" providerId="LiveId" clId="{143F3362-0CD1-45CF-8AE4-F387C82F4135}" dt="2026-06-28T05:03:48.085" v="15" actId="478"/>
          <ac:picMkLst>
            <pc:docMk/>
            <pc:sldMk cId="1967908711" sldId="316"/>
            <ac:picMk id="4" creationId="{A75543C6-796E-FBC4-614E-7509356BAA2F}"/>
          </ac:picMkLst>
        </pc:picChg>
      </pc:sldChg>
      <pc:sldChg chg="delSp modSp mod">
        <pc:chgData name="Rusan Maharjan" userId="48dc6efd9310a6f8" providerId="LiveId" clId="{143F3362-0CD1-45CF-8AE4-F387C82F4135}" dt="2026-06-28T05:03:52.674" v="19" actId="478"/>
        <pc:sldMkLst>
          <pc:docMk/>
          <pc:sldMk cId="3924771003" sldId="317"/>
        </pc:sldMkLst>
        <pc:picChg chg="del mod">
          <ac:chgData name="Rusan Maharjan" userId="48dc6efd9310a6f8" providerId="LiveId" clId="{143F3362-0CD1-45CF-8AE4-F387C82F4135}" dt="2026-06-28T05:03:52.674" v="19" actId="478"/>
          <ac:picMkLst>
            <pc:docMk/>
            <pc:sldMk cId="3924771003" sldId="317"/>
            <ac:picMk id="4" creationId="{E19B7853-1BE5-7D72-CAAD-9CA9C9244324}"/>
          </ac:picMkLst>
        </pc:picChg>
      </pc:sldChg>
      <pc:sldChg chg="delSp modSp mod">
        <pc:chgData name="Rusan Maharjan" userId="48dc6efd9310a6f8" providerId="LiveId" clId="{143F3362-0CD1-45CF-8AE4-F387C82F4135}" dt="2026-06-28T05:03:50.308" v="17" actId="478"/>
        <pc:sldMkLst>
          <pc:docMk/>
          <pc:sldMk cId="192921421" sldId="318"/>
        </pc:sldMkLst>
        <pc:picChg chg="del mod">
          <ac:chgData name="Rusan Maharjan" userId="48dc6efd9310a6f8" providerId="LiveId" clId="{143F3362-0CD1-45CF-8AE4-F387C82F4135}" dt="2026-06-28T05:03:50.308" v="17" actId="478"/>
          <ac:picMkLst>
            <pc:docMk/>
            <pc:sldMk cId="192921421" sldId="318"/>
            <ac:picMk id="4" creationId="{9B5386E0-B677-B4C1-A449-CC313DB392D4}"/>
          </ac:picMkLst>
        </pc:picChg>
      </pc:sldChg>
      <pc:sldChg chg="delSp modSp mod">
        <pc:chgData name="Rusan Maharjan" userId="48dc6efd9310a6f8" providerId="LiveId" clId="{143F3362-0CD1-45CF-8AE4-F387C82F4135}" dt="2026-06-28T05:03:55.141" v="21" actId="478"/>
        <pc:sldMkLst>
          <pc:docMk/>
          <pc:sldMk cId="4057338163" sldId="319"/>
        </pc:sldMkLst>
        <pc:picChg chg="del mod">
          <ac:chgData name="Rusan Maharjan" userId="48dc6efd9310a6f8" providerId="LiveId" clId="{143F3362-0CD1-45CF-8AE4-F387C82F4135}" dt="2026-06-28T05:03:55.141" v="21" actId="478"/>
          <ac:picMkLst>
            <pc:docMk/>
            <pc:sldMk cId="4057338163" sldId="319"/>
            <ac:picMk id="4" creationId="{D9656B55-D38E-2DCF-71B5-A818E7E51BEE}"/>
          </ac:picMkLst>
        </pc:picChg>
      </pc:sldChg>
      <pc:sldChg chg="delSp modSp mod">
        <pc:chgData name="Rusan Maharjan" userId="48dc6efd9310a6f8" providerId="LiveId" clId="{143F3362-0CD1-45CF-8AE4-F387C82F4135}" dt="2026-06-28T05:03:57.209" v="23" actId="478"/>
        <pc:sldMkLst>
          <pc:docMk/>
          <pc:sldMk cId="1603428059" sldId="320"/>
        </pc:sldMkLst>
        <pc:picChg chg="del mod">
          <ac:chgData name="Rusan Maharjan" userId="48dc6efd9310a6f8" providerId="LiveId" clId="{143F3362-0CD1-45CF-8AE4-F387C82F4135}" dt="2026-06-28T05:03:57.209" v="23" actId="478"/>
          <ac:picMkLst>
            <pc:docMk/>
            <pc:sldMk cId="1603428059" sldId="320"/>
            <ac:picMk id="4" creationId="{2B6A4C49-FFD4-9397-0CFA-23C2B366BEDB}"/>
          </ac:picMkLst>
        </pc:picChg>
      </pc:sldChg>
      <pc:sldChg chg="delSp modSp mod">
        <pc:chgData name="Rusan Maharjan" userId="48dc6efd9310a6f8" providerId="LiveId" clId="{143F3362-0CD1-45CF-8AE4-F387C82F4135}" dt="2026-06-28T05:03:59.472" v="25" actId="478"/>
        <pc:sldMkLst>
          <pc:docMk/>
          <pc:sldMk cId="701288739" sldId="321"/>
        </pc:sldMkLst>
        <pc:picChg chg="del mod">
          <ac:chgData name="Rusan Maharjan" userId="48dc6efd9310a6f8" providerId="LiveId" clId="{143F3362-0CD1-45CF-8AE4-F387C82F4135}" dt="2026-06-28T05:03:59.472" v="25" actId="478"/>
          <ac:picMkLst>
            <pc:docMk/>
            <pc:sldMk cId="701288739" sldId="321"/>
            <ac:picMk id="4" creationId="{B4795D3C-9DFD-4680-F49D-8F5980A023D8}"/>
          </ac:picMkLst>
        </pc:picChg>
      </pc:sldChg>
      <pc:sldChg chg="delSp modSp mod">
        <pc:chgData name="Rusan Maharjan" userId="48dc6efd9310a6f8" providerId="LiveId" clId="{143F3362-0CD1-45CF-8AE4-F387C82F4135}" dt="2026-06-28T05:03:41.423" v="11" actId="478"/>
        <pc:sldMkLst>
          <pc:docMk/>
          <pc:sldMk cId="4100299079" sldId="322"/>
        </pc:sldMkLst>
        <pc:picChg chg="del mod">
          <ac:chgData name="Rusan Maharjan" userId="48dc6efd9310a6f8" providerId="LiveId" clId="{143F3362-0CD1-45CF-8AE4-F387C82F4135}" dt="2026-06-28T05:03:41.423" v="11" actId="478"/>
          <ac:picMkLst>
            <pc:docMk/>
            <pc:sldMk cId="4100299079" sldId="322"/>
            <ac:picMk id="4" creationId="{C2B62A87-EA9D-B868-5177-D3AAE45C169D}"/>
          </ac:picMkLst>
        </pc:picChg>
      </pc:sldChg>
      <pc:sldMasterChg chg="delSldLayout">
        <pc:chgData name="Rusan Maharjan" userId="48dc6efd9310a6f8" providerId="LiveId" clId="{143F3362-0CD1-45CF-8AE4-F387C82F4135}" dt="2026-06-28T05:04:01.484" v="26" actId="47"/>
        <pc:sldMasterMkLst>
          <pc:docMk/>
          <pc:sldMasterMk cId="913386357" sldId="2147483661"/>
        </pc:sldMasterMkLst>
        <pc:sldLayoutChg chg="del">
          <pc:chgData name="Rusan Maharjan" userId="48dc6efd9310a6f8" providerId="LiveId" clId="{143F3362-0CD1-45CF-8AE4-F387C82F4135}" dt="2026-06-28T05:04:01.484" v="26" actId="47"/>
          <pc:sldLayoutMkLst>
            <pc:docMk/>
            <pc:sldMasterMk cId="913386357" sldId="2147483661"/>
            <pc:sldLayoutMk cId="3847097975" sldId="214748367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5256C-427D-4B8E-9032-8827591CFC67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12A59-8C2A-4BE5-9D0C-79EDEC29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37F0F-33B5-4DAD-B98E-3274FB5019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75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32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2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1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4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1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3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9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8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5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91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30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33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01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64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29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0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63EB77-125F-4FB9-9BFC-CBA131192D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8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EF08599-3FED-4288-A20D-E7BCAC3B8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F32D42BB-23D5-B3AC-65E7-3E2A820CD7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Freeform 13">
            <a:extLst>
              <a:ext uri="{FF2B5EF4-FFF2-40B4-BE49-F238E27FC236}">
                <a16:creationId xmlns:a16="http://schemas.microsoft.com/office/drawing/2014/main" id="{C884A6B2-90E9-4BDB-8503-71AC02D3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6933" y="-16933"/>
            <a:ext cx="7340600" cy="6883400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40600" h="6883400">
                <a:moveTo>
                  <a:pt x="5427133" y="8466"/>
                </a:moveTo>
                <a:lnTo>
                  <a:pt x="4783666" y="2573866"/>
                </a:lnTo>
                <a:lnTo>
                  <a:pt x="7340600" y="6874933"/>
                </a:lnTo>
                <a:lnTo>
                  <a:pt x="0" y="6883400"/>
                </a:lnTo>
                <a:lnTo>
                  <a:pt x="8466" y="0"/>
                </a:lnTo>
                <a:lnTo>
                  <a:pt x="5427133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8483A-A464-CD70-D96D-7BF7A700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30" y="2155284"/>
            <a:ext cx="4080932" cy="331046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5400" dirty="0">
                <a:solidFill>
                  <a:schemeClr val="bg1"/>
                </a:solidFill>
              </a:rPr>
              <a:t>Text Mining and Natural Language Processing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046BC8-D404-4E7D-9202-A07F3FDD3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64100" y="-4763"/>
            <a:ext cx="5014912" cy="6862763"/>
            <a:chOff x="2928938" y="-4763"/>
            <a:chExt cx="5014912" cy="6862763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4C202215-4C35-450D-9F60-671C8F8DE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F1A5BA8A-AEB4-4BCB-B86C-3F6A8E229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28AC2443-05F0-41CD-8D4A-63DE144F8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33E32F17-ED99-4969-B4D6-10A987D73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5599A813-8424-4E53-95CA-85BF5470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2431A4F-4662-480B-8AD3-394EACD7E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877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AEA7-DEE4-9301-8D23-F36E5392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8C31-ECFB-B07D-9BE4-674D6EEB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2642748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NLP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E5154EC-F03E-AE4F-864D-74F702B87414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8BBB57-ADA3-C4DD-1EB1-269341D3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91916"/>
            <a:ext cx="10018713" cy="4049109"/>
          </a:xfrm>
        </p:spPr>
        <p:txBody>
          <a:bodyPr>
            <a:normAutofit/>
          </a:bodyPr>
          <a:lstStyle/>
          <a:p>
            <a:r>
              <a:rPr lang="en-US" b="1" dirty="0"/>
              <a:t>What is NLP?</a:t>
            </a:r>
          </a:p>
          <a:p>
            <a:pPr lvl="1"/>
            <a:r>
              <a:rPr lang="en-US" dirty="0"/>
              <a:t>NLP is a branch of Data Science &amp; AI</a:t>
            </a:r>
          </a:p>
          <a:p>
            <a:pPr lvl="1"/>
            <a:r>
              <a:rPr lang="en-US" dirty="0"/>
              <a:t>It helps computers understand human language</a:t>
            </a:r>
          </a:p>
          <a:p>
            <a:pPr lvl="1"/>
            <a:r>
              <a:rPr lang="en-US" dirty="0"/>
              <a:t>Works with text and speech data</a:t>
            </a:r>
          </a:p>
          <a:p>
            <a:r>
              <a:rPr lang="en-US" dirty="0"/>
              <a:t>NLP teaches computers how to read and understand human language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b="1" dirty="0"/>
              <a:t>“I Like Python.”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 Computer converts this into numbers.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5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CF75-5BE3-9EC5-25CB-C98421F8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A5DD-C2CA-5461-D8B9-B1658A543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7" y="628290"/>
            <a:ext cx="7102451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NLP needed in 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FAAC2-3AA5-4D81-E4A2-14E2CCA28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6155969" cy="3707876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Why NLP?</a:t>
            </a:r>
          </a:p>
          <a:p>
            <a:pPr lvl="1" algn="just"/>
            <a:r>
              <a:rPr lang="en-US" dirty="0"/>
              <a:t>Most real-world data is unstructured text.</a:t>
            </a:r>
          </a:p>
          <a:p>
            <a:pPr lvl="1" algn="just"/>
            <a:r>
              <a:rPr lang="en-US" dirty="0"/>
              <a:t>Computers only understand numbers.</a:t>
            </a:r>
          </a:p>
          <a:p>
            <a:pPr lvl="1" algn="just"/>
            <a:r>
              <a:rPr lang="en-US" dirty="0"/>
              <a:t>NLP converts text </a:t>
            </a:r>
            <a:r>
              <a:rPr lang="en-US" dirty="0">
                <a:sym typeface="Wingdings" panose="05000000000000000000" pitchFamily="2" charset="2"/>
              </a:rPr>
              <a:t> machine-readable format.</a:t>
            </a:r>
          </a:p>
          <a:p>
            <a:pPr algn="just"/>
            <a:r>
              <a:rPr lang="en-US" b="1" dirty="0"/>
              <a:t>Importance</a:t>
            </a:r>
          </a:p>
          <a:p>
            <a:pPr lvl="1" algn="just"/>
            <a:r>
              <a:rPr lang="en-US" dirty="0"/>
              <a:t>Enables machine learning on text data.</a:t>
            </a:r>
          </a:p>
          <a:p>
            <a:pPr lvl="1" algn="just"/>
            <a:r>
              <a:rPr lang="en-US" dirty="0"/>
              <a:t>Improves accuracy of models.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B58C56-3586-6C13-AEDE-2ABFC7FC78EF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40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11029-6A9C-706C-E21A-427A7BC6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C2C5-3254-3228-128E-3B235FEEC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7" y="628290"/>
            <a:ext cx="6204093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Real-World Application of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0B712-C71E-5156-E1E4-5D730BF81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1"/>
            <a:ext cx="10018713" cy="420518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NLP is used in:</a:t>
            </a:r>
          </a:p>
          <a:p>
            <a:pPr lvl="1" algn="just"/>
            <a:r>
              <a:rPr lang="en-US" dirty="0"/>
              <a:t>Google Search</a:t>
            </a:r>
          </a:p>
          <a:p>
            <a:pPr lvl="1" algn="just"/>
            <a:r>
              <a:rPr lang="en-US" dirty="0"/>
              <a:t>Chatbots (Customer Support)</a:t>
            </a:r>
          </a:p>
          <a:p>
            <a:pPr lvl="1" algn="just"/>
            <a:r>
              <a:rPr lang="en-US" dirty="0"/>
              <a:t>Email Spam Detection</a:t>
            </a:r>
          </a:p>
          <a:p>
            <a:pPr lvl="1" algn="just"/>
            <a:r>
              <a:rPr lang="en-US" dirty="0"/>
              <a:t>Sentiment Analysis (Review)</a:t>
            </a:r>
          </a:p>
          <a:p>
            <a:pPr algn="just"/>
            <a:r>
              <a:rPr lang="en-US" dirty="0"/>
              <a:t>For NLP we use NLTK.</a:t>
            </a:r>
          </a:p>
          <a:p>
            <a:pPr algn="just"/>
            <a:r>
              <a:rPr lang="en-US" dirty="0"/>
              <a:t>NLTK </a:t>
            </a:r>
            <a:r>
              <a:rPr lang="en-US" dirty="0">
                <a:sym typeface="Wingdings" panose="05000000000000000000" pitchFamily="2" charset="2"/>
              </a:rPr>
              <a:t> Natural Language Toolkit, a python library for NLP tasks</a:t>
            </a:r>
          </a:p>
          <a:p>
            <a:pPr algn="just"/>
            <a:r>
              <a:rPr lang="en-US" b="1" dirty="0">
                <a:sym typeface="Wingdings" panose="05000000000000000000" pitchFamily="2" charset="2"/>
              </a:rPr>
              <a:t>NOTE: Never use </a:t>
            </a:r>
            <a:r>
              <a:rPr lang="en-US" b="1" dirty="0" err="1">
                <a:sym typeface="Wingdings" panose="05000000000000000000" pitchFamily="2" charset="2"/>
              </a:rPr>
              <a:t>nltk.download</a:t>
            </a:r>
            <a:r>
              <a:rPr lang="en-US" b="1" dirty="0">
                <a:sym typeface="Wingdings" panose="05000000000000000000" pitchFamily="2" charset="2"/>
              </a:rPr>
              <a:t>(‘all’). Only download required package.</a:t>
            </a:r>
            <a:endParaRPr lang="en-US" b="1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B78D16-B1F0-05AA-DEF3-BB3E45464E1F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46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E59B-69BC-2E95-E142-4B16DF66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DE6D-E6B7-95EB-2D81-AAC5BBBC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8" y="628290"/>
            <a:ext cx="5201844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Required basic packages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CA918C-D26B-E80E-F2C4-1C0A648DD7A8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5CB2B3-4817-0B43-24AB-0E855C79E5F2}"/>
              </a:ext>
            </a:extLst>
          </p:cNvPr>
          <p:cNvSpPr txBox="1">
            <a:spLocks/>
          </p:cNvSpPr>
          <p:nvPr/>
        </p:nvSpPr>
        <p:spPr>
          <a:xfrm>
            <a:off x="1909009" y="1569461"/>
            <a:ext cx="9296020" cy="3133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Import </a:t>
            </a:r>
            <a:r>
              <a:rPr lang="en-US" dirty="0" err="1"/>
              <a:t>nltk</a:t>
            </a:r>
            <a:endParaRPr lang="en-US" dirty="0"/>
          </a:p>
          <a:p>
            <a:pPr algn="just"/>
            <a:r>
              <a:rPr lang="en-US" dirty="0" err="1"/>
              <a:t>nltk.download</a:t>
            </a:r>
            <a:r>
              <a:rPr lang="en-US" dirty="0"/>
              <a:t>('</a:t>
            </a:r>
            <a:r>
              <a:rPr lang="en-US" dirty="0" err="1"/>
              <a:t>punkt</a:t>
            </a:r>
            <a:r>
              <a:rPr lang="en-US" dirty="0"/>
              <a:t>’) </a:t>
            </a:r>
            <a:r>
              <a:rPr lang="en-US" dirty="0">
                <a:sym typeface="Wingdings" panose="05000000000000000000" pitchFamily="2" charset="2"/>
              </a:rPr>
              <a:t> Tokenization</a:t>
            </a:r>
            <a:endParaRPr lang="en-US" dirty="0"/>
          </a:p>
          <a:p>
            <a:pPr algn="just"/>
            <a:r>
              <a:rPr lang="en-US" dirty="0" err="1"/>
              <a:t>nltk.download</a:t>
            </a:r>
            <a:r>
              <a:rPr lang="en-US" dirty="0"/>
              <a:t>('</a:t>
            </a:r>
            <a:r>
              <a:rPr lang="en-US" dirty="0" err="1"/>
              <a:t>stopwords</a:t>
            </a:r>
            <a:r>
              <a:rPr lang="en-US" dirty="0"/>
              <a:t>’) </a:t>
            </a:r>
            <a:r>
              <a:rPr lang="en-US" dirty="0">
                <a:sym typeface="Wingdings" panose="05000000000000000000" pitchFamily="2" charset="2"/>
              </a:rPr>
              <a:t> Removing common words</a:t>
            </a:r>
            <a:endParaRPr lang="en-US" dirty="0"/>
          </a:p>
          <a:p>
            <a:pPr algn="just"/>
            <a:r>
              <a:rPr lang="en-US" dirty="0" err="1"/>
              <a:t>nltk.download</a:t>
            </a:r>
            <a:r>
              <a:rPr lang="en-US" dirty="0"/>
              <a:t>('wordnet’) </a:t>
            </a:r>
            <a:r>
              <a:rPr lang="en-US" dirty="0">
                <a:sym typeface="Wingdings" panose="05000000000000000000" pitchFamily="2" charset="2"/>
              </a:rPr>
              <a:t> Lemmatization</a:t>
            </a:r>
            <a:endParaRPr lang="en-US" dirty="0"/>
          </a:p>
          <a:p>
            <a:pPr algn="just"/>
            <a:r>
              <a:rPr lang="en-US" dirty="0" err="1"/>
              <a:t>nltk.download</a:t>
            </a:r>
            <a:r>
              <a:rPr lang="en-US" dirty="0"/>
              <a:t>('omw-1.4’) </a:t>
            </a:r>
            <a:r>
              <a:rPr lang="en-US" dirty="0">
                <a:sym typeface="Wingdings" panose="05000000000000000000" pitchFamily="2" charset="2"/>
              </a:rPr>
              <a:t> Word meaning support</a:t>
            </a:r>
            <a:endParaRPr lang="en-US" dirty="0"/>
          </a:p>
          <a:p>
            <a:pPr algn="just"/>
            <a:r>
              <a:rPr lang="en-US" dirty="0" err="1"/>
              <a:t>nltk.download</a:t>
            </a:r>
            <a:r>
              <a:rPr lang="en-US" dirty="0"/>
              <a:t>('</a:t>
            </a:r>
            <a:r>
              <a:rPr lang="en-US" dirty="0" err="1"/>
              <a:t>averaged_perceptron_tagger</a:t>
            </a:r>
            <a:r>
              <a:rPr lang="en-US" dirty="0"/>
              <a:t>’) </a:t>
            </a:r>
            <a:r>
              <a:rPr lang="en-US" dirty="0">
                <a:sym typeface="Wingdings" panose="05000000000000000000" pitchFamily="2" charset="2"/>
              </a:rPr>
              <a:t> POS Tagging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29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4185-AB4B-4DED-4367-9997EFE5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422D1-CC95-4140-B167-A559CB56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8" y="628290"/>
            <a:ext cx="5546368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Text Preprocessing?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8DC56-8873-F92D-57B9-750DC9987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10018713" cy="3338908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Text Preprocessing</a:t>
            </a:r>
          </a:p>
          <a:p>
            <a:pPr lvl="1" algn="just"/>
            <a:r>
              <a:rPr lang="en-US" dirty="0"/>
              <a:t>Cleaning and preparing raw text</a:t>
            </a:r>
          </a:p>
          <a:p>
            <a:pPr lvl="1" algn="just"/>
            <a:r>
              <a:rPr lang="en-US" dirty="0"/>
              <a:t>Makes text suitable for ML models.</a:t>
            </a:r>
          </a:p>
          <a:p>
            <a:pPr algn="just"/>
            <a:r>
              <a:rPr lang="en-US" b="1" dirty="0"/>
              <a:t>Why is it needed?</a:t>
            </a:r>
          </a:p>
          <a:p>
            <a:pPr lvl="1" algn="just"/>
            <a:r>
              <a:rPr lang="en-US" dirty="0"/>
              <a:t>Raw text is noisy.</a:t>
            </a:r>
          </a:p>
          <a:p>
            <a:pPr lvl="1" algn="just"/>
            <a:r>
              <a:rPr lang="en-US" dirty="0"/>
              <a:t>Noise reduces model accuracy.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BA5D13-C47B-787A-26AC-5447F8FCF8FF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093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9388-DD0D-A8EE-EB6E-C3615187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C61C-2D42-536E-77E8-8AC5146CA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8" y="628290"/>
            <a:ext cx="5546368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Steps in Text Preprocessing?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694B8-E4FD-2B3A-3B1B-31AF61493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10018713" cy="2985979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Common Steps</a:t>
            </a:r>
          </a:p>
          <a:p>
            <a:pPr lvl="1" algn="just"/>
            <a:r>
              <a:rPr lang="en-US" dirty="0"/>
              <a:t>Lowercasing</a:t>
            </a:r>
          </a:p>
          <a:p>
            <a:pPr lvl="1" algn="just"/>
            <a:r>
              <a:rPr lang="en-US" dirty="0"/>
              <a:t>Removing Punctuation</a:t>
            </a:r>
          </a:p>
          <a:p>
            <a:pPr lvl="1" algn="just"/>
            <a:r>
              <a:rPr lang="en-US" dirty="0"/>
              <a:t>Removing numbers</a:t>
            </a:r>
          </a:p>
          <a:p>
            <a:pPr lvl="1" algn="just"/>
            <a:r>
              <a:rPr lang="en-US" dirty="0"/>
              <a:t>Removing stop words</a:t>
            </a:r>
          </a:p>
          <a:p>
            <a:pPr lvl="1" algn="just"/>
            <a:r>
              <a:rPr lang="en-US" dirty="0"/>
              <a:t>Stemming / Lemmatization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7B5C063-28F6-AE68-5DA4-B5884D3BF090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908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DAAE4-A170-00E4-F2E3-998DAC1B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182B-C7E6-0271-55BA-48127B6A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7" y="628290"/>
            <a:ext cx="8642493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Text Cleaning &amp; Regular Expressions (Regex)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07F2C-F4C0-56E1-B262-00F9C6C2E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7" y="1457683"/>
            <a:ext cx="5701551" cy="260097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What is Text Cleaning?</a:t>
            </a:r>
          </a:p>
          <a:p>
            <a:pPr lvl="1" algn="just"/>
            <a:r>
              <a:rPr lang="en-US" dirty="0"/>
              <a:t>Removing unwanted symbols and characters</a:t>
            </a:r>
          </a:p>
          <a:p>
            <a:pPr algn="just"/>
            <a:r>
              <a:rPr lang="en-US" b="1" dirty="0"/>
              <a:t>What is Regex?</a:t>
            </a:r>
          </a:p>
          <a:p>
            <a:pPr lvl="1" algn="just"/>
            <a:r>
              <a:rPr lang="en-US" dirty="0"/>
              <a:t>Pattern-matching technique</a:t>
            </a:r>
          </a:p>
          <a:p>
            <a:pPr lvl="1" algn="just"/>
            <a:r>
              <a:rPr lang="en-US" dirty="0"/>
              <a:t>Used to find or replace text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891849-BC2E-BCF1-15EE-CA2C08D705CE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70F79C-993F-7554-8651-931D7FB6931B}"/>
              </a:ext>
            </a:extLst>
          </p:cNvPr>
          <p:cNvSpPr txBox="1">
            <a:spLocks/>
          </p:cNvSpPr>
          <p:nvPr/>
        </p:nvSpPr>
        <p:spPr>
          <a:xfrm>
            <a:off x="7799661" y="1439492"/>
            <a:ext cx="4030389" cy="3483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/>
              <a:t>Regex is used to:</a:t>
            </a:r>
          </a:p>
          <a:p>
            <a:pPr lvl="1" algn="just"/>
            <a:r>
              <a:rPr lang="en-US" dirty="0"/>
              <a:t>Remove special characters</a:t>
            </a:r>
          </a:p>
          <a:p>
            <a:pPr lvl="1" algn="just"/>
            <a:r>
              <a:rPr lang="en-US" dirty="0"/>
              <a:t>Extract emails &amp; numbers</a:t>
            </a:r>
          </a:p>
          <a:p>
            <a:pPr lvl="1" algn="just"/>
            <a:r>
              <a:rPr lang="en-US" dirty="0"/>
              <a:t>Clean social media data</a:t>
            </a:r>
          </a:p>
          <a:p>
            <a:pPr algn="just"/>
            <a:r>
              <a:rPr lang="en-US" b="1" dirty="0"/>
              <a:t>Real-World Use</a:t>
            </a:r>
          </a:p>
          <a:p>
            <a:pPr lvl="1" algn="just"/>
            <a:r>
              <a:rPr lang="en-US" dirty="0"/>
              <a:t>Twitter data cleaning</a:t>
            </a:r>
          </a:p>
          <a:p>
            <a:pPr lvl="1" algn="just"/>
            <a:r>
              <a:rPr lang="en-US" dirty="0"/>
              <a:t>Chatbot message processing</a:t>
            </a:r>
          </a:p>
        </p:txBody>
      </p:sp>
    </p:spTree>
    <p:extLst>
      <p:ext uri="{BB962C8B-B14F-4D97-AF65-F5344CB8AC3E}">
        <p14:creationId xmlns:p14="http://schemas.microsoft.com/office/powerpoint/2010/main" val="3924771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3ACC1-0150-E682-04FC-7BA909ED3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6561-C7D8-7833-7F95-9A774E6C9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8" y="628290"/>
            <a:ext cx="4952810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Regex – Common Codes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D1C4CC6-3775-0F32-E51D-D74C07352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840275"/>
              </p:ext>
            </p:extLst>
          </p:nvPr>
        </p:nvGraphicFramePr>
        <p:xfrm>
          <a:off x="2807806" y="1736558"/>
          <a:ext cx="725863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317">
                  <a:extLst>
                    <a:ext uri="{9D8B030D-6E8A-4147-A177-3AD203B41FA5}">
                      <a16:colId xmlns:a16="http://schemas.microsoft.com/office/drawing/2014/main" val="1165198469"/>
                    </a:ext>
                  </a:extLst>
                </a:gridCol>
                <a:gridCol w="3629317">
                  <a:extLst>
                    <a:ext uri="{9D8B030D-6E8A-4147-A177-3AD203B41FA5}">
                      <a16:colId xmlns:a16="http://schemas.microsoft.com/office/drawing/2014/main" val="1112051105"/>
                    </a:ext>
                  </a:extLst>
                </a:gridCol>
              </a:tblGrid>
              <a:tr h="266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81988"/>
                  </a:ext>
                </a:extLst>
              </a:tr>
              <a:tr h="266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\d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762689"/>
                  </a:ext>
                </a:extLst>
              </a:tr>
              <a:tr h="266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\w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Word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024363"/>
                  </a:ext>
                </a:extLst>
              </a:tr>
              <a:tr h="266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\s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Whitespace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867673"/>
                  </a:ext>
                </a:extLst>
              </a:tr>
              <a:tr h="266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One or 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281937"/>
                  </a:ext>
                </a:extLst>
              </a:tr>
              <a:tr h="266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Zero or 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9202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ECA7CBD-5A3F-47EE-D53C-24E990EF427A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73688A-E104-EA78-5E1A-29CFE71A2D53}"/>
              </a:ext>
            </a:extLst>
          </p:cNvPr>
          <p:cNvSpPr txBox="1">
            <a:spLocks/>
          </p:cNvSpPr>
          <p:nvPr/>
        </p:nvSpPr>
        <p:spPr>
          <a:xfrm>
            <a:off x="1243992" y="4231888"/>
            <a:ext cx="10386261" cy="866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Helps to control text extraction and cleaning</a:t>
            </a:r>
          </a:p>
        </p:txBody>
      </p:sp>
    </p:spTree>
    <p:extLst>
      <p:ext uri="{BB962C8B-B14F-4D97-AF65-F5344CB8AC3E}">
        <p14:creationId xmlns:p14="http://schemas.microsoft.com/office/powerpoint/2010/main" val="19292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4D2F0-40CB-00DB-128F-71F4408B2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01C0-2E52-1153-DD43-212E93F8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8" y="628290"/>
            <a:ext cx="4295084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Stop Word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560E7-6309-9F98-72EB-94C70BEF5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3"/>
            <a:ext cx="10253723" cy="4807518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What are Stop Words?</a:t>
            </a:r>
          </a:p>
          <a:p>
            <a:pPr lvl="1" algn="just"/>
            <a:r>
              <a:rPr lang="en-US" dirty="0"/>
              <a:t>Common words with little meaning.</a:t>
            </a:r>
          </a:p>
          <a:p>
            <a:pPr lvl="1" algn="just"/>
            <a:r>
              <a:rPr lang="en-US" dirty="0"/>
              <a:t>Examples: is, am, the, in</a:t>
            </a:r>
          </a:p>
          <a:p>
            <a:pPr algn="just"/>
            <a:r>
              <a:rPr lang="en-US" b="1" dirty="0"/>
              <a:t>Why remove them?</a:t>
            </a:r>
          </a:p>
          <a:p>
            <a:pPr lvl="1" algn="just"/>
            <a:r>
              <a:rPr lang="en-US" dirty="0"/>
              <a:t>Reduce noise</a:t>
            </a:r>
          </a:p>
          <a:p>
            <a:pPr lvl="1" algn="just"/>
            <a:r>
              <a:rPr lang="en-US" dirty="0"/>
              <a:t>Improve model performance</a:t>
            </a:r>
          </a:p>
          <a:p>
            <a:pPr algn="just"/>
            <a:r>
              <a:rPr lang="en-US" b="1" dirty="0"/>
              <a:t>Example:</a:t>
            </a:r>
          </a:p>
          <a:p>
            <a:pPr lvl="1" algn="just"/>
            <a:r>
              <a:rPr lang="en-US" dirty="0"/>
              <a:t>Python is very easy to learn</a:t>
            </a:r>
          </a:p>
          <a:p>
            <a:pPr lvl="1" algn="just"/>
            <a:r>
              <a:rPr lang="en-US" dirty="0"/>
              <a:t>[‘Python’, ‘easy’, ‘learn’]</a:t>
            </a:r>
          </a:p>
          <a:p>
            <a:pPr algn="just"/>
            <a:r>
              <a:rPr lang="en-US" b="1" dirty="0"/>
              <a:t>Reduces feature size.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EA90AF-2EF8-E250-452D-6C276D1A1E35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338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F2999-F1D3-049E-5D69-3A462D19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8D662-7906-2A12-6F28-239E84282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7" y="628290"/>
            <a:ext cx="6188051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Stemming and 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D0F21-BEC6-B61B-3C32-04C3B79CC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7" y="1457683"/>
            <a:ext cx="4166748" cy="4381642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What is Stemming?</a:t>
            </a:r>
          </a:p>
          <a:p>
            <a:pPr lvl="1" algn="just"/>
            <a:r>
              <a:rPr lang="en-US" dirty="0"/>
              <a:t>Reduces words to root form.</a:t>
            </a:r>
          </a:p>
          <a:p>
            <a:pPr lvl="1" algn="just"/>
            <a:r>
              <a:rPr lang="en-US" dirty="0"/>
              <a:t>Root may not be meaningful</a:t>
            </a:r>
          </a:p>
          <a:p>
            <a:pPr algn="just"/>
            <a:r>
              <a:rPr lang="en-US" b="1" dirty="0"/>
              <a:t>Examples:</a:t>
            </a:r>
          </a:p>
          <a:p>
            <a:pPr lvl="1" algn="just"/>
            <a:r>
              <a:rPr lang="en-US" dirty="0"/>
              <a:t>Playing </a:t>
            </a:r>
            <a:r>
              <a:rPr lang="en-US" dirty="0">
                <a:sym typeface="Wingdings" panose="05000000000000000000" pitchFamily="2" charset="2"/>
              </a:rPr>
              <a:t> Play</a:t>
            </a: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Studies  </a:t>
            </a:r>
            <a:r>
              <a:rPr lang="en-US" dirty="0" err="1">
                <a:sym typeface="Wingdings" panose="05000000000000000000" pitchFamily="2" charset="2"/>
              </a:rPr>
              <a:t>Studi</a:t>
            </a:r>
            <a:endParaRPr lang="en-US" dirty="0">
              <a:sym typeface="Wingdings" panose="05000000000000000000" pitchFamily="2" charset="2"/>
            </a:endParaRPr>
          </a:p>
          <a:p>
            <a:pPr algn="just"/>
            <a:r>
              <a:rPr lang="en-US" b="1" dirty="0"/>
              <a:t>Usage</a:t>
            </a:r>
          </a:p>
          <a:p>
            <a:pPr lvl="1" algn="just"/>
            <a:r>
              <a:rPr lang="en-US" dirty="0"/>
              <a:t>Search Engines</a:t>
            </a:r>
          </a:p>
          <a:p>
            <a:pPr lvl="1" algn="just"/>
            <a:r>
              <a:rPr lang="en-US" dirty="0"/>
              <a:t>Spam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D45B4C4-E011-623F-4F4A-EB29395F84ED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6ED183-C0C9-49E0-6B96-A1C0C723A0BC}"/>
              </a:ext>
            </a:extLst>
          </p:cNvPr>
          <p:cNvSpPr txBox="1">
            <a:spLocks/>
          </p:cNvSpPr>
          <p:nvPr/>
        </p:nvSpPr>
        <p:spPr>
          <a:xfrm>
            <a:off x="6095999" y="1457683"/>
            <a:ext cx="5309937" cy="4083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/>
              <a:t>What is Lemmatization?</a:t>
            </a:r>
          </a:p>
          <a:p>
            <a:pPr lvl="1" algn="just"/>
            <a:r>
              <a:rPr lang="en-US" dirty="0"/>
              <a:t>Converts word to meaningful base form.</a:t>
            </a:r>
          </a:p>
          <a:p>
            <a:pPr lvl="1" algn="just"/>
            <a:r>
              <a:rPr lang="en-US" dirty="0"/>
              <a:t>More accurate than stemming</a:t>
            </a:r>
          </a:p>
          <a:p>
            <a:pPr algn="just"/>
            <a:r>
              <a:rPr lang="en-US" b="1" dirty="0"/>
              <a:t>Examples:</a:t>
            </a:r>
          </a:p>
          <a:p>
            <a:pPr lvl="1" algn="just"/>
            <a:r>
              <a:rPr lang="en-US" dirty="0"/>
              <a:t>Running </a:t>
            </a:r>
            <a:r>
              <a:rPr lang="en-US" dirty="0">
                <a:sym typeface="Wingdings" panose="05000000000000000000" pitchFamily="2" charset="2"/>
              </a:rPr>
              <a:t> Run</a:t>
            </a: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Better  Good</a:t>
            </a:r>
          </a:p>
          <a:p>
            <a:pPr algn="just"/>
            <a:r>
              <a:rPr lang="en-US" b="1" dirty="0"/>
              <a:t>Usage</a:t>
            </a:r>
          </a:p>
          <a:p>
            <a:pPr lvl="1" algn="just"/>
            <a:r>
              <a:rPr lang="en-US" dirty="0"/>
              <a:t>Preserves meaning</a:t>
            </a:r>
          </a:p>
        </p:txBody>
      </p:sp>
    </p:spTree>
    <p:extLst>
      <p:ext uri="{BB962C8B-B14F-4D97-AF65-F5344CB8AC3E}">
        <p14:creationId xmlns:p14="http://schemas.microsoft.com/office/powerpoint/2010/main" val="160342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F56D4-F5E5-50C0-9036-E4BF7058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A877-ADD0-5C33-D89F-614CE2C1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8" y="628290"/>
            <a:ext cx="5979504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POS Tagging (Part of Speech)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6C71-CDF3-C309-0EB8-4D06657A3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7" y="1457683"/>
            <a:ext cx="5129274" cy="3370989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What is POS Tagging?</a:t>
            </a:r>
          </a:p>
          <a:p>
            <a:pPr lvl="1" algn="just"/>
            <a:r>
              <a:rPr lang="en-US" dirty="0"/>
              <a:t>Identifies grammatical role of words.</a:t>
            </a:r>
          </a:p>
          <a:p>
            <a:pPr algn="just"/>
            <a:r>
              <a:rPr lang="en-US" b="1" dirty="0"/>
              <a:t>Examples</a:t>
            </a:r>
          </a:p>
          <a:p>
            <a:pPr lvl="1" algn="just"/>
            <a:r>
              <a:rPr lang="en-US" dirty="0"/>
              <a:t>NN </a:t>
            </a:r>
            <a:r>
              <a:rPr lang="en-US" dirty="0">
                <a:sym typeface="Wingdings" panose="05000000000000000000" pitchFamily="2" charset="2"/>
              </a:rPr>
              <a:t> Noun</a:t>
            </a: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VB  Verb</a:t>
            </a: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JJ  Adjective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E96D8A-FDEA-E281-0426-9E570142802A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B61EE7-7DFE-3919-3D4C-DEE8B1993869}"/>
              </a:ext>
            </a:extLst>
          </p:cNvPr>
          <p:cNvSpPr txBox="1">
            <a:spLocks/>
          </p:cNvSpPr>
          <p:nvPr/>
        </p:nvSpPr>
        <p:spPr>
          <a:xfrm>
            <a:off x="6700776" y="1598400"/>
            <a:ext cx="5129274" cy="3370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/>
              <a:t>Example</a:t>
            </a:r>
          </a:p>
          <a:p>
            <a:pPr algn="just"/>
            <a:r>
              <a:rPr lang="en-US" dirty="0"/>
              <a:t>Python is easy to learn.</a:t>
            </a:r>
          </a:p>
          <a:p>
            <a:pPr algn="just"/>
            <a:r>
              <a:rPr lang="en-US" dirty="0"/>
              <a:t>Python </a:t>
            </a:r>
            <a:r>
              <a:rPr lang="en-US" dirty="0">
                <a:sym typeface="Wingdings" panose="05000000000000000000" pitchFamily="2" charset="2"/>
              </a:rPr>
              <a:t> Noun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Is  Verb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Easy  Adjective</a:t>
            </a:r>
          </a:p>
          <a:p>
            <a:pPr algn="just"/>
            <a:r>
              <a:rPr lang="en-US" dirty="0">
                <a:sym typeface="Wingdings" panose="05000000000000000000" pitchFamily="2" charset="2"/>
              </a:rPr>
              <a:t>Learn  Verb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8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F8CCF6795B594FAE27C5A0F457700C" ma:contentTypeVersion="7" ma:contentTypeDescription="Create a new document." ma:contentTypeScope="" ma:versionID="8581671e481cad4eca15eda0e1bec1bd">
  <xsd:schema xmlns:xsd="http://www.w3.org/2001/XMLSchema" xmlns:xs="http://www.w3.org/2001/XMLSchema" xmlns:p="http://schemas.microsoft.com/office/2006/metadata/properties" xmlns:ns2="bf42bddf-4a47-4616-9eba-629d86ac6ef7" targetNamespace="http://schemas.microsoft.com/office/2006/metadata/properties" ma:root="true" ma:fieldsID="cd165eca574b0db2d3dbec64c7b78a6f" ns2:_="">
    <xsd:import namespace="bf42bddf-4a47-4616-9eba-629d86ac6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42bddf-4a47-4616-9eba-629d86ac6e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CF5836-5BD6-48EC-AB11-C41E514DFCF5}"/>
</file>

<file path=customXml/itemProps2.xml><?xml version="1.0" encoding="utf-8"?>
<ds:datastoreItem xmlns:ds="http://schemas.openxmlformats.org/officeDocument/2006/customXml" ds:itemID="{0E6D87FA-EB7C-45F0-AB14-3056E3C9AC14}"/>
</file>

<file path=customXml/itemProps3.xml><?xml version="1.0" encoding="utf-8"?>
<ds:datastoreItem xmlns:ds="http://schemas.openxmlformats.org/officeDocument/2006/customXml" ds:itemID="{7C7D0648-89CA-4808-8C69-9E354E2B3F18}"/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1425</TotalTime>
  <Words>506</Words>
  <Application>Microsoft Office PowerPoint</Application>
  <PresentationFormat>Widescreen</PresentationFormat>
  <Paragraphs>118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Corbel</vt:lpstr>
      <vt:lpstr>Parallax</vt:lpstr>
      <vt:lpstr>Text Mining and Natural Language Processing</vt:lpstr>
      <vt:lpstr>About NLP</vt:lpstr>
      <vt:lpstr>Why is NLP needed in Data Science?</vt:lpstr>
      <vt:lpstr>Real-World Application of NLP</vt:lpstr>
      <vt:lpstr>Required basic packages</vt:lpstr>
      <vt:lpstr>What is Text Preprocessing?</vt:lpstr>
      <vt:lpstr>Steps in Text Preprocessing?</vt:lpstr>
      <vt:lpstr>Text Cleaning &amp; Regular Expressions (Regex)</vt:lpstr>
      <vt:lpstr>Regex – Common Codes</vt:lpstr>
      <vt:lpstr>Stop Word Removal</vt:lpstr>
      <vt:lpstr>Stemming and Lemmatization</vt:lpstr>
      <vt:lpstr>POS Tagging (Part of Speech)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Rusan Maharjan</dc:creator>
  <cp:lastModifiedBy>Rusan Maharjan</cp:lastModifiedBy>
  <cp:revision>3</cp:revision>
  <dcterms:created xsi:type="dcterms:W3CDTF">2025-12-08T15:22:48Z</dcterms:created>
  <dcterms:modified xsi:type="dcterms:W3CDTF">2026-06-28T05:04:04Z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0x01010082F8CCF6795B594FAE27C5A0F457700C</vt:lpwstr>
  </property>
</Properties>
</file>